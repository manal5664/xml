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4041-181E-2D26-D7FC-C39CB1DB1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9D938-8E15-8CCA-B54B-267633546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07399-DF70-0C11-5BF7-F2A45DA6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DE0B6-37DB-E8F3-58B0-3270BB51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7626D-25E6-55E2-BF01-30C8C14E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1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E612-84EA-472F-DD8F-2D1EBDA2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ADAB-5191-8608-17A8-FAE27E79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B865B-ED12-C920-3198-3C2B0A13C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99560-1BC5-1A68-8E40-9EC544B1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EF415-94C5-1D57-5E5E-7467042B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4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626D-EC42-0203-1AC9-5798FDB0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3CDD-DD86-CCB3-0BF2-F9282AC4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B2EE1-776A-BBF0-F0AF-6D1F2B34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38D76-9307-FF36-4BC0-0FD63903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1F0E5-C3E5-8881-187E-670E356F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6E46-CD64-594B-C009-43A55A30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6ACE-2928-99B1-2D64-245C336CF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1D490-9474-43A9-D048-E254A5C9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D998B-7E60-FEB3-5ECB-AE7E8BFD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96149-6EC4-745A-2316-20D35AF7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B2EBE-EE00-2725-6F68-693E30FE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7608-EE83-0056-5CF1-4C8BF4D7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CF357-33AE-1586-007B-674DD494E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CBFC7-0EE3-3BC7-6582-9C48D4FFF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55545-AB2E-ED30-F9D2-B6A3F3FF7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C8ED-5E38-D02F-DA0B-FC9ED75F5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C97A2-1BD0-6795-B1FC-0B490DE3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2329D-26C6-AFC9-FA6B-2474F583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6B30E-70DC-22F8-A9FF-13D137D5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3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9CFA-CE01-21DF-F05E-DD791868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CDC43-6A49-CCC4-A317-521D53AC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B4BCE-79E4-2AF8-4D9E-C82EBA77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9A9C6-F068-424E-3718-365B8F8D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6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67214-E24C-A3B6-8388-BC078859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CF154-75C4-A1CE-BD2C-7C08653D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AE894-0BEF-45C0-2049-E6F2F4D3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9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ACA0-A151-17FB-F23E-4D0396111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AFCC-C37B-A8A3-EFE2-F03A85E91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D909-71D2-22BF-A589-3E6F6322F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82374-C949-A2B9-6714-C04AC2DB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29951-3BA8-C468-D916-BC5841A2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E51B-6C7D-4DE1-9ADD-8216C838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3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6B49-C9B5-C247-F1D1-5D8523D4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CF390-6761-9014-069B-7016BFEB7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4D2A3-EAE9-1F6A-942E-B62D1376F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DF3B9-9826-4DF7-570D-B26AC93A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2FEDA-6302-2DD3-822E-C15EB18D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B911A-B2B2-85B6-6E56-711EBC33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7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72CA-9246-42B5-11B5-F4EEC795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548A6-CDC9-717E-E329-AACB82F6D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65DD7-BD95-6E4F-6252-BC10D705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C1531-81BE-BFB4-8AAC-B24C48F3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941E-5F28-F586-2E44-74A1422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8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93856-FFB5-AE8E-2639-30F1947AC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5ECA5-B7D6-75CD-9F30-FD44D9CFA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EA07C-450F-5F3F-FD9A-6A3C74B1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4C35-84F4-4F22-D43D-7D5195B5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9835A-ABAA-68EC-AC58-5CFCB0F1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2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2F7E0-D0D6-6A1C-2B5A-509124BA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D52F9-FDB9-942A-5829-CAFA62C12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3D31A-278A-9638-770B-06BF53C79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8ACEC-A253-4186-B2E8-9CA73EE2FE1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88B68-0E2A-F318-BF86-4364FAA51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91505-741E-49BF-E167-F52E5C575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D9D38-2CB9-4E1B-9FE9-C73B3865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4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3398DF-66A0-CC3A-254C-329386B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Presented by: Manal Asghar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8B623-AD73-26AE-36F8-A2E432919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56907"/>
            <a:ext cx="8372354" cy="268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CB55-8523-8251-AC21-0CC2E39D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9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Difference between XML AND 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FE07F7-1F2B-AD3A-AA64-E49539D16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1458"/>
            <a:ext cx="10713334" cy="4986571"/>
          </a:xfrm>
        </p:spPr>
      </p:pic>
    </p:spTree>
    <p:extLst>
      <p:ext uri="{BB962C8B-B14F-4D97-AF65-F5344CB8AC3E}">
        <p14:creationId xmlns:p14="http://schemas.microsoft.com/office/powerpoint/2010/main" val="88217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A8EF3-4095-450C-489E-F09B3991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699"/>
          <a:stretch/>
        </p:blipFill>
        <p:spPr>
          <a:xfrm>
            <a:off x="1327251" y="245962"/>
            <a:ext cx="9055239" cy="657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5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EEA7-8916-8AE8-99FC-30D67EFE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namespace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E3CBE-5C6F-338B-371F-CB96EA35C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246"/>
            <a:ext cx="10515600" cy="4351338"/>
          </a:xfrm>
        </p:spPr>
        <p:txBody>
          <a:bodyPr/>
          <a:lstStyle/>
          <a:p>
            <a:r>
              <a:rPr lang="en-US" dirty="0"/>
              <a:t>XML namespace is used to give unique identity to elements with the same name, so confusion can be avoided.</a:t>
            </a:r>
          </a:p>
          <a:p>
            <a:r>
              <a:rPr lang="en-US" dirty="0"/>
              <a:t>We use namespace to resolve the naming conflict issue.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80359E8-A13D-5F90-87F9-36032FFB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76" y="3233214"/>
            <a:ext cx="8998569" cy="23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1815-F928-B984-A595-BE9B4477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909"/>
            <a:ext cx="10515600" cy="1325563"/>
          </a:xfrm>
        </p:spPr>
        <p:txBody>
          <a:bodyPr/>
          <a:lstStyle/>
          <a:p>
            <a:r>
              <a:rPr lang="en-US" dirty="0"/>
              <a:t>Practical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B7001-4601-7BC9-D4D9-39AEB1AB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169" y="247571"/>
            <a:ext cx="7134627" cy="63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0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45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Difference between XML AND HTML</vt:lpstr>
      <vt:lpstr>PowerPoint Presentation</vt:lpstr>
      <vt:lpstr>Use of namespace</vt:lpstr>
      <vt:lpstr>Practical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7</cp:revision>
  <dcterms:created xsi:type="dcterms:W3CDTF">2026-04-08T12:27:20Z</dcterms:created>
  <dcterms:modified xsi:type="dcterms:W3CDTF">2026-05-12T08:19:21Z</dcterms:modified>
</cp:coreProperties>
</file>